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1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5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53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7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81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74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3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2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6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5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646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484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25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404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228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61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76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0A74EC8-4686-44A7-8B48-72F6A4452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340004-F4FA-40E5-94DA-A1C129A6B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8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 Classification of Input and Output Devices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936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56493"/>
            <a:ext cx="109259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Input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→ Typing text and numbers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Mouse → Pointing and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→ Recording voice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 → Capturing images</a:t>
            </a:r>
          </a:p>
          <a:p>
            <a:endParaRPr lang="en-US" sz="4800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37289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492" y="609600"/>
            <a:ext cx="1083212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Output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→ Displays results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→ Produces hard copy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Speakers → Play sounds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Projector → Shows work on large screen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62059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938" y="633046"/>
            <a:ext cx="108790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entry (Keyboard)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Pointing (Mouse)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input (Microphone)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836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6154" y="633047"/>
            <a:ext cx="109493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Devices: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(Monitor)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(Printer)</a:t>
            </a: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output (Speakers)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064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385" y="633046"/>
            <a:ext cx="10832123" cy="302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devices are important because they help people interact with computers</a:t>
            </a:r>
          </a:p>
        </p:txBody>
      </p:sp>
    </p:spTree>
    <p:extLst>
      <p:ext uri="{BB962C8B-B14F-4D97-AF65-F5344CB8AC3E}">
        <p14:creationId xmlns:p14="http://schemas.microsoft.com/office/powerpoint/2010/main" val="1874209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85</TotalTime>
  <Words>109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Garamond</vt:lpstr>
      <vt:lpstr>Times New Roman</vt:lpstr>
      <vt:lpstr>Organic</vt:lpstr>
      <vt:lpstr>Week 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</dc:title>
  <dc:creator>HP</dc:creator>
  <cp:lastModifiedBy>HP</cp:lastModifiedBy>
  <cp:revision>6</cp:revision>
  <dcterms:created xsi:type="dcterms:W3CDTF">2025-08-20T02:29:24Z</dcterms:created>
  <dcterms:modified xsi:type="dcterms:W3CDTF">2025-08-20T03:54:27Z</dcterms:modified>
</cp:coreProperties>
</file>