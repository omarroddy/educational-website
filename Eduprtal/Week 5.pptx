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7677-3777-4C31-B957-2F9FA6D968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C2C3-6ABA-4E49-B28A-1BF8E6EF01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7677-3777-4C31-B957-2F9FA6D968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C2C3-6ABA-4E49-B28A-1BF8E6EF01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7677-3777-4C31-B957-2F9FA6D968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C2C3-6ABA-4E49-B28A-1BF8E6EF01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7677-3777-4C31-B957-2F9FA6D968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C2C3-6ABA-4E49-B28A-1BF8E6EF019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7677-3777-4C31-B957-2F9FA6D968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C2C3-6ABA-4E49-B28A-1BF8E6EF01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7677-3777-4C31-B957-2F9FA6D968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C2C3-6ABA-4E49-B28A-1BF8E6EF01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7677-3777-4C31-B957-2F9FA6D968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C2C3-6ABA-4E49-B28A-1BF8E6EF01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7677-3777-4C31-B957-2F9FA6D968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86C2C3-6ABA-4E49-B28A-1BF8E6EF01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7677-3777-4C31-B957-2F9FA6D968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C2C3-6ABA-4E49-B28A-1BF8E6EF01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7677-3777-4C31-B957-2F9FA6D968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C2C3-6ABA-4E49-B28A-1BF8E6EF01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7677-3777-4C31-B957-2F9FA6D968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6C2C3-6ABA-4E49-B28A-1BF8E6EF01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599E7677-3777-4C31-B957-2F9FA6D968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2186C2C3-6ABA-4E49-B28A-1BF8E6EF019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Week 5 </a:t>
            </a:r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b="1" dirty="0"/>
              <a:t>: Practical Applications and Project </a:t>
            </a:r>
            <a:r>
              <a:rPr lang="en-US" sz="2400" b="1" dirty="0" smtClean="0"/>
              <a:t>Work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1027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2400"/>
            <a:ext cx="8534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Practical demonstration of input and output devices 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" y="1366584"/>
            <a:ext cx="8763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Group project: Identifying and presenting input/output devices in real-life settings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(e.g., school, bank, hospital, supermarket) 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3111505"/>
            <a:ext cx="8305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Revision of all topics (Weeks 1–4) 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419600"/>
            <a:ext cx="8458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Assessment (quiz, class test, or presentation) </a:t>
            </a:r>
          </a:p>
        </p:txBody>
      </p:sp>
    </p:spTree>
    <p:extLst>
      <p:ext uri="{BB962C8B-B14F-4D97-AF65-F5344CB8AC3E}">
        <p14:creationId xmlns:p14="http://schemas.microsoft.com/office/powerpoint/2010/main" val="16979174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11</TotalTime>
  <Words>44</Words>
  <Application>Microsoft Office PowerPoint</Application>
  <PresentationFormat>On-screen Show (4:3)</PresentationFormat>
  <Paragraphs>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Angles</vt:lpstr>
      <vt:lpstr>Week 5 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</dc:title>
  <dc:creator>user</dc:creator>
  <cp:lastModifiedBy>user</cp:lastModifiedBy>
  <cp:revision>3</cp:revision>
  <dcterms:created xsi:type="dcterms:W3CDTF">2026-03-31T04:23:33Z</dcterms:created>
  <dcterms:modified xsi:type="dcterms:W3CDTF">2026-03-31T20:44:06Z</dcterms:modified>
</cp:coreProperties>
</file>