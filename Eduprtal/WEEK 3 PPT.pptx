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1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610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354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54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0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174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5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237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95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18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6716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232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439402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64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873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916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BC3A6-F365-4ECF-AB2C-CEB20F9C3E6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F14B473-D49E-4AF0-B2ED-274E46101F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746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1443242"/>
            <a:ext cx="7766936" cy="1065496"/>
          </a:xfrm>
        </p:spPr>
        <p:txBody>
          <a:bodyPr>
            <a:normAutofit/>
          </a:bodyPr>
          <a:lstStyle/>
          <a:p>
            <a:pPr algn="l"/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WEEK 3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2907323"/>
            <a:ext cx="7766936" cy="1453661"/>
          </a:xfrm>
        </p:spPr>
        <p:txBody>
          <a:bodyPr>
            <a:noAutofit/>
          </a:bodyPr>
          <a:lstStyle/>
          <a:p>
            <a:pPr algn="l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Input and Output Devices &amp; Importance</a:t>
            </a:r>
          </a:p>
        </p:txBody>
      </p:sp>
    </p:spTree>
    <p:extLst>
      <p:ext uri="{BB962C8B-B14F-4D97-AF65-F5344CB8AC3E}">
        <p14:creationId xmlns:p14="http://schemas.microsoft.com/office/powerpoint/2010/main" val="36226000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 smtClean="0"/>
              <a:t>           </a:t>
            </a:r>
            <a:r>
              <a:rPr lang="en-US" sz="6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 send data into the computer.</a:t>
            </a:r>
          </a:p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devices show results from the computer.</a:t>
            </a:r>
          </a:p>
          <a:p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20012044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5774" y="967408"/>
            <a:ext cx="5234609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                            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Send data into the computer	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Direction: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	From user → computer	       </a:t>
            </a:r>
          </a:p>
          <a:p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Keyboard, Mouse, Microphone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36974" y="967409"/>
            <a:ext cx="592372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4000" dirty="0"/>
              <a:t>Output Devices</a:t>
            </a:r>
          </a:p>
          <a:p>
            <a:r>
              <a:rPr lang="en-US" sz="4000" dirty="0" smtClean="0"/>
              <a:t>Function :</a:t>
            </a:r>
            <a:r>
              <a:rPr lang="en-US" sz="4000" dirty="0"/>
              <a:t>	</a:t>
            </a:r>
            <a:r>
              <a:rPr lang="en-US" sz="4000" dirty="0" smtClean="0"/>
              <a:t>  Show </a:t>
            </a:r>
            <a:r>
              <a:rPr lang="en-US" sz="4000" dirty="0"/>
              <a:t>results from the computer</a:t>
            </a:r>
          </a:p>
          <a:p>
            <a:r>
              <a:rPr lang="en-US" sz="4000" dirty="0"/>
              <a:t>Direction of </a:t>
            </a:r>
            <a:r>
              <a:rPr lang="en-US" sz="4000" dirty="0" smtClean="0"/>
              <a:t>Data :  </a:t>
            </a:r>
            <a:r>
              <a:rPr lang="en-US" sz="4000" dirty="0"/>
              <a:t>From computer → user</a:t>
            </a:r>
          </a:p>
          <a:p>
            <a:r>
              <a:rPr lang="en-US" sz="4000" dirty="0" smtClean="0"/>
              <a:t>Examples   </a:t>
            </a:r>
            <a:r>
              <a:rPr lang="en-US" sz="4000" dirty="0"/>
              <a:t>Monitor, Printer, Speakers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0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input and output devices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156160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input and output</a:t>
            </a:r>
          </a:p>
          <a:p>
            <a:endParaRPr lang="en-US" sz="4800" dirty="0"/>
          </a:p>
          <a:p>
            <a:pPr marL="685800" indent="-685800">
              <a:buFont typeface="Wingdings" pitchFamily="2" charset="2"/>
              <a:buChar char="§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 to communicate with the computer.</a:t>
            </a:r>
          </a:p>
          <a:p>
            <a:pPr marL="685800" indent="-685800">
              <a:buFont typeface="Wingdings" pitchFamily="2" charset="2"/>
              <a:buChar char="§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 us enter data and get results.</a:t>
            </a:r>
          </a:p>
          <a:p>
            <a:pPr marL="685800" indent="-685800">
              <a:buFont typeface="Wingdings" pitchFamily="2" charset="2"/>
              <a:buChar char="§"/>
            </a:pP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computing easy and useful in daily life.</a:t>
            </a:r>
          </a:p>
          <a:p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3691563226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0677" y="0"/>
            <a:ext cx="12051323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Applications</a:t>
            </a:r>
          </a:p>
          <a:p>
            <a:endParaRPr lang="en-US" sz="4800" dirty="0" smtClean="0"/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Schools: Computers with keyboards, monitors, projectors.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Offices: Printers, scanners, computers.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Homes: Laptops, headphones, webcams.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Hospitals: Scanners, monitors, printers.</a:t>
            </a:r>
          </a:p>
          <a:p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87718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125" y="304800"/>
            <a:ext cx="1204187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Assignments</a:t>
            </a:r>
          </a:p>
          <a:p>
            <a:pPr marL="342900" indent="-342900"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 your own understanding state the difference between the input and output devices</a:t>
            </a:r>
          </a:p>
          <a:p>
            <a:pPr marL="342900" indent="-342900">
              <a:buAutoNum type="arabicPeriod"/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 and explain two functions of output devices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76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131</Words>
  <Application>Microsoft Office PowerPoint</Application>
  <PresentationFormat>Custom</PresentationFormat>
  <Paragraphs>28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Facet</vt:lpstr>
      <vt:lpstr>                     WEEK 3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3</dc:title>
  <dc:creator>HP</dc:creator>
  <cp:lastModifiedBy>user</cp:lastModifiedBy>
  <cp:revision>7</cp:revision>
  <dcterms:created xsi:type="dcterms:W3CDTF">2025-08-20T14:31:37Z</dcterms:created>
  <dcterms:modified xsi:type="dcterms:W3CDTF">2026-03-31T20:45:45Z</dcterms:modified>
</cp:coreProperties>
</file>