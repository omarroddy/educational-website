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4" r:id="rId1"/>
  </p:sldMasterIdLst>
  <p:sldIdLst>
    <p:sldId id="256" r:id="rId2"/>
    <p:sldId id="258" r:id="rId3"/>
    <p:sldId id="264" r:id="rId4"/>
    <p:sldId id="260" r:id="rId5"/>
    <p:sldId id="262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5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/>
          <p:cNvGrpSpPr/>
          <p:nvPr/>
        </p:nvGrpSpPr>
        <p:grpSpPr>
          <a:xfrm>
            <a:off x="0" y="0"/>
            <a:ext cx="12188825" cy="6872226"/>
            <a:chOff x="0" y="0"/>
            <a:chExt cx="12188825" cy="6872226"/>
          </a:xfrm>
        </p:grpSpPr>
        <p:pic>
          <p:nvPicPr>
            <p:cNvPr id="9" name="Picture 8" descr="HD-PanelTitle-V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r="47673"/>
            <a:stretch/>
          </p:blipFill>
          <p:spPr>
            <a:xfrm rot="5400000">
              <a:off x="5245268" y="530352"/>
              <a:ext cx="1673352" cy="612648"/>
            </a:xfrm>
            <a:prstGeom prst="rect">
              <a:avLst/>
            </a:prstGeom>
          </p:spPr>
        </p:pic>
        <p:pic>
          <p:nvPicPr>
            <p:cNvPr id="18" name="Picture 17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8819"/>
            <a:stretch/>
          </p:blipFill>
          <p:spPr>
            <a:xfrm rot="5400000">
              <a:off x="5263556" y="5747514"/>
              <a:ext cx="1636776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6B04C216-BEA7-4F73-8DA8-306D097DE23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57C40600-2143-4C11-89F3-E15DDBA0238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6117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216-BEA7-4F73-8DA8-306D097DE23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40600-2143-4C11-89F3-E15DDBA02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734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216-BEA7-4F73-8DA8-306D097DE23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40600-2143-4C11-89F3-E15DDBA0238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659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216-BEA7-4F73-8DA8-306D097DE23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40600-2143-4C11-89F3-E15DDBA02389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9924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1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1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216-BEA7-4F73-8DA8-306D097DE23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40600-2143-4C11-89F3-E15DDBA02389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2152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216-BEA7-4F73-8DA8-306D097DE23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40600-2143-4C11-89F3-E15DDBA0238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407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216-BEA7-4F73-8DA8-306D097DE23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40600-2143-4C11-89F3-E15DDBA02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410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216-BEA7-4F73-8DA8-306D097DE23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40600-2143-4C11-89F3-E15DDBA0238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9045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216-BEA7-4F73-8DA8-306D097DE23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40600-2143-4C11-89F3-E15DDBA02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310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216-BEA7-4F73-8DA8-306D097DE23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40600-2143-4C11-89F3-E15DDBA02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851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216-BEA7-4F73-8DA8-306D097DE23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40600-2143-4C11-89F3-E15DDBA0238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2608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216-BEA7-4F73-8DA8-306D097DE23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40600-2143-4C11-89F3-E15DDBA0238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15638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216-BEA7-4F73-8DA8-306D097DE23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40600-2143-4C11-89F3-E15DDBA02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0681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216-BEA7-4F73-8DA8-306D097DE23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40600-2143-4C11-89F3-E15DDBA0238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61277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216-BEA7-4F73-8DA8-306D097DE23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40600-2143-4C11-89F3-E15DDBA0238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53217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216-BEA7-4F73-8DA8-306D097DE23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40600-2143-4C11-89F3-E15DDBA0238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52305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C216-BEA7-4F73-8DA8-306D097DE23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40600-2143-4C11-89F3-E15DDBA0238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7269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88825" cy="6856215"/>
            <a:chOff x="0" y="0"/>
            <a:chExt cx="12188825" cy="6856215"/>
          </a:xfrm>
        </p:grpSpPr>
        <p:pic>
          <p:nvPicPr>
            <p:cNvPr id="8" name="Picture 7" descr="HD-PanelContent-V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1" y="76265"/>
              <a:ext cx="758952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093"/>
            <a:stretch/>
          </p:blipFill>
          <p:spPr>
            <a:xfrm rot="5400000">
              <a:off x="5706470" y="6173526"/>
              <a:ext cx="758952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B04C216-BEA7-4F73-8DA8-306D097DE23A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7C40600-2143-4C11-89F3-E15DDBA02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200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16" r:id="rId2"/>
    <p:sldLayoutId id="2147483817" r:id="rId3"/>
    <p:sldLayoutId id="2147483818" r:id="rId4"/>
    <p:sldLayoutId id="2147483819" r:id="rId5"/>
    <p:sldLayoutId id="2147483820" r:id="rId6"/>
    <p:sldLayoutId id="2147483821" r:id="rId7"/>
    <p:sldLayoutId id="2147483822" r:id="rId8"/>
    <p:sldLayoutId id="2147483823" r:id="rId9"/>
    <p:sldLayoutId id="2147483824" r:id="rId10"/>
    <p:sldLayoutId id="2147483825" r:id="rId11"/>
    <p:sldLayoutId id="2147483826" r:id="rId12"/>
    <p:sldLayoutId id="2147483827" r:id="rId13"/>
    <p:sldLayoutId id="2147483828" r:id="rId14"/>
    <p:sldLayoutId id="2147483829" r:id="rId15"/>
    <p:sldLayoutId id="2147483830" r:id="rId16"/>
    <p:sldLayoutId id="2147483831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61846" y="1594338"/>
            <a:ext cx="7362092" cy="2063259"/>
          </a:xfrm>
        </p:spPr>
        <p:txBody>
          <a:bodyPr/>
          <a:lstStyle/>
          <a:p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Week 1: Introduction To Input </a:t>
            </a:r>
            <a:b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Output Devices</a:t>
            </a:r>
            <a:b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JHS 1 Computing Lesson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07158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9938" y="609599"/>
            <a:ext cx="10949354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4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computer is a machine that helps us process information. But a computer cannot work on its own it needs a way for us to give it instructions and a way to show us results. This is where input and output devices come in.</a:t>
            </a:r>
            <a:b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8535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9938" y="609599"/>
            <a:ext cx="1094935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/>
              <a:t>Input </a:t>
            </a:r>
            <a:r>
              <a:rPr lang="en-US" sz="4800" b="1" dirty="0" smtClean="0"/>
              <a:t>Devices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devices are used to send information to the computer.</a:t>
            </a:r>
          </a:p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lang="en-US" sz="4800" dirty="0" smtClean="0"/>
              <a:t>: </a:t>
            </a:r>
            <a:endParaRPr lang="en-US" sz="4800" dirty="0"/>
          </a:p>
          <a:p>
            <a:endParaRPr lang="en-US" sz="4800" dirty="0"/>
          </a:p>
          <a:p>
            <a:endParaRPr lang="en-US" sz="4800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7288" y="2067339"/>
            <a:ext cx="6832004" cy="4107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5039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6492" y="586154"/>
            <a:ext cx="1097280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/>
              <a:t>Output </a:t>
            </a:r>
            <a:r>
              <a:rPr lang="en-US" sz="5400" b="1" dirty="0" smtClean="0"/>
              <a:t>Devices</a:t>
            </a:r>
          </a:p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devices are used to receive information from the computer.</a:t>
            </a:r>
          </a:p>
          <a:p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r>
              <a:rPr lang="en-US" sz="4400" dirty="0" smtClean="0"/>
              <a:t>: </a:t>
            </a:r>
            <a:endParaRPr lang="en-US" sz="4400" dirty="0"/>
          </a:p>
          <a:p>
            <a:endParaRPr lang="en-US" sz="5400" dirty="0"/>
          </a:p>
          <a:p>
            <a:endParaRPr lang="en-US" sz="36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1252" y="2676939"/>
            <a:ext cx="8568040" cy="36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54600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9938" y="679938"/>
            <a:ext cx="10902461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Summary</a:t>
            </a:r>
          </a:p>
          <a:p>
            <a:r>
              <a:rPr lang="en-US" sz="3200" dirty="0"/>
              <a:t>: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devices are hardware (physical parts of the computer) that we use to enter data, instructions, or commands into the computer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But output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devices are hardware that the computer uses to give us results or information after processing.</a:t>
            </a:r>
          </a:p>
          <a:p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33718965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6492" y="609600"/>
            <a:ext cx="1087901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800" b="1" dirty="0" smtClean="0"/>
          </a:p>
          <a:p>
            <a:pPr algn="ctr"/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</a:t>
            </a:r>
          </a:p>
          <a:p>
            <a:pPr marL="742950" indent="-742950">
              <a:buAutoNum type="arabicPeriod"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Write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 three input devices you have seen before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3600" dirty="0"/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Write down three output devices you have seen before.</a:t>
            </a:r>
          </a:p>
          <a:p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581615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B15E28"/>
      </a:accent1>
      <a:accent2>
        <a:srgbClr val="B13228"/>
      </a:accent2>
      <a:accent3>
        <a:srgbClr val="8B7B56"/>
      </a:accent3>
      <a:accent4>
        <a:srgbClr val="E09C41"/>
      </a:accent4>
      <a:accent5>
        <a:srgbClr val="9EAE51"/>
      </a:accent5>
      <a:accent6>
        <a:srgbClr val="6E7355"/>
      </a:accent6>
      <a:hlink>
        <a:srgbClr val="D37A21"/>
      </a:hlink>
      <a:folHlink>
        <a:srgbClr val="CA8F55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039A4B3-0617-4CFC-B614-27363ECC28A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91</TotalTime>
  <Words>158</Words>
  <Application>Microsoft Office PowerPoint</Application>
  <PresentationFormat>Widescreen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Garamond</vt:lpstr>
      <vt:lpstr>Times New Roman</vt:lpstr>
      <vt:lpstr>Organic</vt:lpstr>
      <vt:lpstr>Week 1: Introduction To Input  And Output Devices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1: Introduction To Input  And Output Devices</dc:title>
  <dc:creator>HP</dc:creator>
  <cp:lastModifiedBy>HP</cp:lastModifiedBy>
  <cp:revision>9</cp:revision>
  <dcterms:created xsi:type="dcterms:W3CDTF">2025-08-20T00:08:29Z</dcterms:created>
  <dcterms:modified xsi:type="dcterms:W3CDTF">2025-08-20T01:39:49Z</dcterms:modified>
</cp:coreProperties>
</file>