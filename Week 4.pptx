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6"/>
  </p:notesMasterIdLst>
  <p:sldIdLst>
    <p:sldId id="256" r:id="rId2"/>
    <p:sldId id="260" r:id="rId3"/>
    <p:sldId id="261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66E83-380C-47B6-A022-5F8FF87637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48B96-DA24-4537-8E4E-00E122386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0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D46932-C851-4102-B9A7-503B469D2E48}" type="datetime1">
              <a:rPr lang="en-US" smtClean="0"/>
              <a:t>4/1/2026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4492B7-AC8F-4085-8085-23D1D68169EB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04B53B-948D-4971-ADB8-6AA6DE5C9AC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CC89E6-D16C-4440-9906-DADADB45BB29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5BE960-ECDA-44BF-BE0E-4CB2EB656F7B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39FCAE-B042-42EE-8851-1A43C5A64ED9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46056-0A9A-4164-8715-ACB95F4CF759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E2B49E-2109-405E-B2BA-503E75F1C763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604EDFC-5137-4968-A121-F9EF2333C084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7C3629C-C007-4ACC-8D0F-6CFF74F8204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BB3FD36-FDA0-414C-BC25-9C75E055BC1A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5A20ED6-7911-4C44-BA94-29E52D5B7FBF}" type="datetime1">
              <a:rPr lang="en-US" smtClean="0"/>
              <a:t>4/1/2026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F8E8363-2C65-4385-94F7-63A3EF67183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Week 4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4550736"/>
          </a:xfrm>
        </p:spPr>
        <p:txBody>
          <a:bodyPr>
            <a:normAutofit/>
          </a:bodyPr>
          <a:lstStyle/>
          <a:p>
            <a:endParaRPr lang="en-US" b="1" dirty="0" smtClean="0"/>
          </a:p>
          <a:p>
            <a:r>
              <a:rPr lang="en-US" sz="6600" dirty="0" smtClean="0">
                <a:latin typeface="Times New Roman" pitchFamily="18" charset="0"/>
                <a:cs typeface="Times New Roman" pitchFamily="18" charset="0"/>
              </a:rPr>
              <a:t>Advanced </a:t>
            </a:r>
            <a:r>
              <a:rPr lang="en-US" sz="6600" dirty="0">
                <a:latin typeface="Times New Roman" pitchFamily="18" charset="0"/>
                <a:cs typeface="Times New Roman" pitchFamily="18" charset="0"/>
              </a:rPr>
              <a:t>Input and Output Devices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B185-E4BC-4C8A-9F55-AC9CA87D24E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8363-2C65-4385-94F7-63A3EF6718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7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381000"/>
            <a:ext cx="8305800" cy="11620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Modern/advanced input devices</a:t>
            </a:r>
            <a:endParaRPr lang="en-US" sz="2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600"/>
            <a:ext cx="3657600" cy="1905000"/>
          </a:xfr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E93B-1EBE-477F-85F7-2907DB0C02D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8363-2C65-4385-94F7-63A3EF67183C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733800"/>
            <a:ext cx="3657600" cy="18772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990600"/>
            <a:ext cx="3657600" cy="190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733800"/>
            <a:ext cx="3276600" cy="18772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3015734"/>
            <a:ext cx="304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Touch Screen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654419" y="5703197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Webcam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6200" y="5643358"/>
            <a:ext cx="441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Biometric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Devices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Fingerprint Scanner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654419" y="3015734"/>
            <a:ext cx="249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Barcode Reader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547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7086600" cy="116205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Modern/advanced output devices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lvl="0"/>
            <a:endParaRPr lang="en-US" sz="3200" dirty="0"/>
          </a:p>
          <a:p>
            <a:pPr lvl="0"/>
            <a:endParaRPr lang="en-US" sz="3200" dirty="0"/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95401"/>
            <a:ext cx="3810000" cy="2133599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125F-011B-468A-B361-E849B9055EBC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8363-2C65-4385-94F7-63A3EF67183C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3496086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 smtClean="0"/>
              <a:t>Virtual Reality </a:t>
            </a:r>
            <a:r>
              <a:rPr lang="en-US" sz="2400" b="1" dirty="0"/>
              <a:t>H</a:t>
            </a:r>
            <a:r>
              <a:rPr lang="en-US" sz="2400" b="1" dirty="0" smtClean="0"/>
              <a:t>eadsets</a:t>
            </a:r>
            <a:endParaRPr lang="en-US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281545"/>
            <a:ext cx="4572000" cy="2147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95800" y="3496086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Interactive  Whiteboards</a:t>
            </a:r>
            <a:endParaRPr lang="en-US" sz="24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36" y="3962400"/>
            <a:ext cx="4662055" cy="22305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60963" y="6192982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3D Printer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4517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57200"/>
            <a:ext cx="9220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and limitations of different devices </a:t>
            </a:r>
          </a:p>
          <a:p>
            <a:pPr lvl="0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Wingdings" pitchFamily="2" charset="2"/>
              <a:buChar char="v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Safety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proper handling of devices 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" y="2269125"/>
            <a:ext cx="9143999" cy="397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Activities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Describe how modern devices are used in everyday life. </a:t>
            </a:r>
            <a:endParaRPr lang="en-US" sz="28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Identify advanced input and output devices.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State advantages and disadvantages of selected devices.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Demonstrate proper care and safe use of devices.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400" y="-838200"/>
            <a:ext cx="9144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E2C00-7506-4B31-A550-466BEB3097B6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8363-2C65-4385-94F7-63A3EF6718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81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94</TotalTime>
  <Words>86</Words>
  <Application>Microsoft Office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Solstice</vt:lpstr>
      <vt:lpstr>Week 4  </vt:lpstr>
      <vt:lpstr> Modern/advanced input devices</vt:lpstr>
      <vt:lpstr>Modern/advanced output devices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</dc:title>
  <dc:creator>user</dc:creator>
  <cp:lastModifiedBy>user</cp:lastModifiedBy>
  <cp:revision>9</cp:revision>
  <dcterms:created xsi:type="dcterms:W3CDTF">2026-03-31T04:01:47Z</dcterms:created>
  <dcterms:modified xsi:type="dcterms:W3CDTF">2026-03-31T20:41:50Z</dcterms:modified>
</cp:coreProperties>
</file>